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>
      <p:cViewPr varScale="1">
        <p:scale>
          <a:sx n="107" d="100"/>
          <a:sy n="107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B013E-DC4E-BBD9-6FFB-42764930A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F035E-E8F5-0281-2886-CF62862DB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F99D-0642-9160-6D3D-B663939D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99BEB-DED1-C738-643B-5502601FF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8D59-C97A-F621-A7B1-1C975DF1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41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B87D-E025-728C-3883-729E070F1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E1A5A-3F43-471F-E38C-24E678A7C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9F8A8-4CF8-0E7E-DF3F-995F8496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AB0EF-3821-F9AA-C157-AD52440F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5CF00-B3EC-7D25-2D05-1E603790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9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05804-DA7A-4B5C-F1A6-A16F0308D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66EF8-024C-D66E-BF96-A05ACA169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5748C-30BD-4693-4B34-FBA9ED3B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28EF-DE91-B2A0-5FCC-0158C26D6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CBE61-CEE3-3A0E-FDDF-2BD39A2B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0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1F28-7F48-7790-BB2E-68D0F373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33DC1-8958-EE29-99DB-AEF9996E4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6E2-890C-FB8C-E644-FF8E7AF60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B2685-9E58-5362-DC76-126C263B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4DF1B-8003-5848-1A92-A2185EF4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81807-6AEE-9927-F251-7A0875A0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6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B603-B87B-3D35-2608-B55A8097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E8F85-436F-6F44-E8C5-5710BF3CB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6FA2B-1E27-9D7F-BA4B-48B001581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B491-A39F-3330-A4AD-25A4D34FA1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0DAF9-A2EF-702C-17B3-A1995FD05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D8D32B-6C3C-9A18-61C8-A5AA9B4B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2AC86-73B6-91BD-A50F-A12F86C2E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F110F-5EDA-8D52-6207-ADAECECD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6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F905-0DF9-5818-2AD3-FFEF539B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ABB59-C9ED-190A-1392-D9D0EDC75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71D93-B792-6F38-A34F-BB60B14A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EFA80-1DE7-68AE-33B4-2406CC2B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3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D31D2-C631-C73B-D086-F8D7C5DC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F75ED-7485-5F0C-0DD7-82E27E16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8657E-6B27-FE0A-E250-26F967D4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798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2CFC-C947-03E8-141A-5CC0DC169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57F67-0E8A-8E15-58F4-AC8BFE96D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4BDB6-BBF3-3CC5-A000-CB90297E9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7CCE0-42C2-D2B1-1C65-48E766EC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E3897-4F32-3273-D669-32654392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F7416-DDFD-8E62-2BDF-63967341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8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760B1-16C8-7FB7-345F-0D5FAAF0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F2C5B-C0B9-F15F-5CF3-D81257127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B26EF-2211-1B38-56CB-1E7845587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9F108-6200-5055-8AD2-50EA72D3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6A0A8-50A6-3A3D-02D6-C8487EF0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676B3-BD2A-8724-246B-B3DFA89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0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4C30-1113-4455-5DEF-280DC16A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9311D-C7EB-DBC7-86DA-6D788A344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4E1F3-5DF1-83A6-DDA0-DE8F6851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56ADD-DBF3-8D3C-2D55-380FC90E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F8462-095D-9741-E6B0-E853A585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D90563-8A45-B0AE-3735-B287C610B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29165-648B-BDC3-75E1-7B43E3195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5F44E-CA5C-819B-4F6F-2EB21256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88BFD-6043-9FC2-ADA7-590584BB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DD4A-ADF4-2585-5AE2-6A007918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8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6FD08-27AB-09C3-210A-5989E097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171B1-23B3-DBA6-D6BA-7965D31D2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C13C6-81F1-BA29-E5DF-8669ECDF9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1E6F0-FB23-D44B-ADB4-5B89C0ED3933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896DD-5193-2ACC-A41F-748A9527D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F413-9788-FCED-7B11-75143395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01311-2BD5-8347-A0A9-1F2C429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6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E997A-81CA-42BA-896E-7F3F6C7EA1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Community Advisory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5B89B-0729-0BBE-F056-EBD04835C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47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173B-CA04-D0DB-08B5-C11BF4C84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87F03-C684-35B5-1AFB-1E881BEE9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Reconnect communities divided by I-5.</a:t>
            </a:r>
            <a:endParaRPr lang="en-US" dirty="0"/>
          </a:p>
          <a:p>
            <a:r>
              <a:rPr lang="en-US" b="1" dirty="0"/>
              <a:t>Create a world-class public place.</a:t>
            </a:r>
            <a:endParaRPr lang="en-US" dirty="0"/>
          </a:p>
          <a:p>
            <a:r>
              <a:rPr lang="en-US" b="1" dirty="0"/>
              <a:t>Improve environmental and public health outcomes.</a:t>
            </a:r>
            <a:endParaRPr lang="en-US" dirty="0"/>
          </a:p>
          <a:p>
            <a:r>
              <a:rPr lang="en-US" b="1" dirty="0"/>
              <a:t>Deliver lasting economic and social benefits.</a:t>
            </a:r>
            <a:endParaRPr lang="en-US" dirty="0"/>
          </a:p>
          <a:p>
            <a:r>
              <a:rPr lang="en-US" b="1" dirty="0"/>
              <a:t>Ensure the project remains feasible, equitable, and broadly supported.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9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99C9-3F80-8A78-8EA4-C6A84822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2DC4D-D4DF-D7E4-552F-8E772C63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Connectivity and neighborhood reunification</a:t>
            </a:r>
          </a:p>
          <a:p>
            <a:r>
              <a:rPr lang="en-US" dirty="0"/>
              <a:t>Public space quality</a:t>
            </a:r>
          </a:p>
          <a:p>
            <a:r>
              <a:rPr lang="en-US" dirty="0"/>
              <a:t>Health (noise, air quality, greenery)</a:t>
            </a:r>
          </a:p>
          <a:p>
            <a:r>
              <a:rPr lang="en-US" dirty="0"/>
              <a:t>Financial viability</a:t>
            </a:r>
          </a:p>
          <a:p>
            <a:r>
              <a:rPr lang="en-US" dirty="0"/>
              <a:t>Economic activation</a:t>
            </a:r>
          </a:p>
          <a:p>
            <a:r>
              <a:rPr lang="en-US" dirty="0"/>
              <a:t>Community identity and culture</a:t>
            </a:r>
          </a:p>
          <a:p>
            <a:r>
              <a:rPr lang="en-US" dirty="0"/>
              <a:t>Governance and stewardship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404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 Community Advisory Board</vt:lpstr>
      <vt:lpstr>Strategic Goals</vt:lpstr>
      <vt:lpstr>Priorities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Winston Saunders</dc:creator>
  <cp:lastModifiedBy>Winston Saunders</cp:lastModifiedBy>
  <cp:revision>2</cp:revision>
  <dcterms:created xsi:type="dcterms:W3CDTF">2026-06-24T03:29:29Z</dcterms:created>
  <dcterms:modified xsi:type="dcterms:W3CDTF">2026-06-24T03:33:26Z</dcterms:modified>
</cp:coreProperties>
</file>