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2"/>
  </p:normalViewPr>
  <p:slideViewPr>
    <p:cSldViewPr snapToGrid="0">
      <p:cViewPr varScale="1">
        <p:scale>
          <a:sx n="102" d="100"/>
          <a:sy n="102" d="100"/>
        </p:scale>
        <p:origin x="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E4ED-FA49-15C3-4BF5-5CAC34663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B1C6E-4A57-01AD-EE51-5F0FA35E6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C08BC-DEBB-D85B-3E19-E7F1EEE4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5E24E-CEAD-7922-FCD0-07098C54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4F2AC-D852-43C2-3DD5-5726890B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1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AACA-908F-9E42-C241-C65AC2D7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A61C1-DDD3-3F4D-79FD-C576D198F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CDB4F-1053-1C08-E16A-64D4A1A6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A10FA-B968-3B13-E2B9-ADC9BCD6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848A4-1C9E-D36A-C711-AEF81DB8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2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58D8-FB81-A08F-CDC2-601970A7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8ABE7-12D2-2D18-8606-9B11B4BA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7DFD3-231D-F793-0CDD-85A99058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2DB10-FBD3-F282-F07B-4263AFD9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537C7-66E7-5FD7-4EAA-473215C9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4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1A08-09B4-3F6F-2530-51764B61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11FA8-9F63-A6A6-C1DB-9E4B9FCDA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F5D8C-0DD2-9E3C-3CB0-65A7A63A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602D7-6457-AE9F-985C-CF91CB4A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24B42-711A-4ACD-2602-FEF1A9003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8C45B-6B65-5F52-1134-12612F47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6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A4FA-963C-D5E1-9908-4F859125E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98CD4-CF3C-7619-311C-AEB607361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C3355-C950-2044-D817-F37B20F63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0BAA09-F8E8-AFFB-2557-668022CA7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4D41D-39BD-CFEA-4F36-5343B7C64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636668-32B4-CEC6-531A-A2B4B20E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DDEB1-E9B9-AD32-9932-68EBD656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D5C7D-A968-B501-EFB0-307A05E2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51AD-7C69-E31C-1E1C-DE6EC3CD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AD9F4-5640-3D92-BC78-5E45557C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4EEFF-5FF4-E58F-C428-F8B6FE09F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F00A4-7C81-A5D1-C85C-8D0B58C1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7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137F0-1920-87EE-05F3-1A7640D9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65595-A460-A956-0181-2F1161F9F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E6B84-CD73-66D1-FBD5-9F4B1800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3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EA597-87C2-F9B3-CF59-CC936F70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D0C3D-7C60-8FEB-46F8-BA3E0BD3C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CA5FB-3D0B-8E98-FC1C-6E95E09EB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127CF-F3B4-8BA1-E823-8C21AD6C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B1F94-2C85-7978-EBA1-2EFE15E3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7C210-CF61-5D0E-A388-49BEBA84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4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E080-BCE1-0B23-46B7-D421CB02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E1108-2E5E-C7C3-98A5-D9B3AA61A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80C60-FAAD-900C-7729-CD08A8C41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78027-2095-9C33-92D8-0AF2D3EC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18E03-B19A-8193-D29C-D2012104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E42F5-9478-ED85-B26A-0CF432FC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623F-D8BC-199C-3396-CDD2AF3F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8E758-409F-153F-88E4-85568FEB7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1D5B5-D064-DD83-F564-6B7E2909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9BBCE-6E16-07D4-246E-DA38156DA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B29B0-BBF0-3ED5-6CA5-B0D94E69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92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23975-9337-E5E8-369F-EEA65AC0C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F7FD9-A36F-7239-7B21-34FBEFFD2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5EDB2-597F-11C3-69D4-477C4EE8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76F9-36AC-ABE2-B965-F6B2AC5C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8F7CB-6152-8E9E-EE44-70C6452A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1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8835C-A1E2-41C5-9CDF-8F7FB8D5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33AD7-0C8F-6049-A35E-7BB0C705E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43ADF-D848-E850-911C-ECEB7E9DC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F0077-722E-B246-B43A-EDA0A21F403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F9A80-AC65-D300-40E5-F7C79A803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48E82-349A-B3FB-0EC3-68E594E97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ACA18-7101-F348-9226-E04D76BD8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2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10DB-C7C2-566C-D209-728772693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Tiered Priorities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10A77-D3FA-58C7-9067-77F531C9F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13777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Tiered Priorities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Winston Saunders</dc:creator>
  <cp:lastModifiedBy>Winston Saunders</cp:lastModifiedBy>
  <cp:revision>1</cp:revision>
  <dcterms:created xsi:type="dcterms:W3CDTF">2026-06-24T03:34:36Z</dcterms:created>
  <dcterms:modified xsi:type="dcterms:W3CDTF">2026-07-03T17:12:14Z</dcterms:modified>
</cp:coreProperties>
</file>